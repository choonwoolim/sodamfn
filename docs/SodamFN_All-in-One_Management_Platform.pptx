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5400">
                <a:solidFill>
                  <a:srgbClr val="1E293B"/>
                </a:solidFill>
                <a:latin typeface="Malgun Gothic"/>
              </a:defRPr>
            </a:pPr>
            <a:r>
              <a:t>SodamFN: 소규모 외식업 올인원 경영관리 플랫폼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 b="1">
                <a:solidFill>
                  <a:srgbClr val="10B981"/>
                </a:solidFill>
                <a:latin typeface="Malgun Gothic"/>
              </a:defRPr>
            </a:pPr>
            <a:r>
              <a:t>AI 자동 분류 · GPS 출퇴근 · 자동 급여산출 · 전자계약</a:t>
            </a:r>
          </a:p>
          <a:p>
            <a:pPr algn="ctr">
              <a:defRPr sz="2800" b="1">
                <a:solidFill>
                  <a:srgbClr val="10B981"/>
                </a:solidFill>
                <a:latin typeface="Malgun Gothic"/>
              </a:defRPr>
            </a:pPr>
          </a:p>
          <a:p>
            <a:pPr algn="ctr">
              <a:defRPr sz="2800" b="1">
                <a:solidFill>
                  <a:srgbClr val="10B981"/>
                </a:solidFill>
                <a:latin typeface="Malgun Gothic"/>
              </a:defRPr>
            </a:pPr>
            <a:r>
              <a:t>발표자: 임춘우 대표/CTO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문제 정의: 소상공인 경영관리의 현실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한국 외식업 소상공인 약 70만 개 보호받지 못하는 사각지대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76%가 경영관리에 주당 10시간 이상 소비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45%가 수기 장부 또는 단순 엑셀 사용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세무 신고 오류로 임의 추징금 발생 리스크 산재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Pain Points 3가지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1. 카드 명세서 수기 분류 분석에 매월 3시간+ 소요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2. 급여 계산 오류로 인한 직원 분쟁/노동청 고발 리스크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3. 매출/지출 파악 지연으로 적자 상태 뒤늦게 인지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솔루션 개요: 하나의 플랫폼으로 모든 것을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📊 실시간 경영 대시보드 : 카드 결제부터 손익까지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💰 매출·매입 자동 집계 : 다중 플랫폼(배민/요기요 등) 정렬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🤖 AI 스마트 자동 분류 엔진 : 사용자의 소비 패턴 학습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💵 2026 세법 기준 급여 자동 산출 : 4대 보험 및 소득세 완벽 계산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✍️ 전자계약 및 카카오 알림톡 : 버튼 하나로 체결되는 온라인 스마트 계약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📱 직원 전용 GPS 출퇴근 앱 : 무설치 PWA 기반 지오펜스 로케이터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제품 데모: 실시간 대시보드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수기 장부 대신, 로그인 3초 만에 12개월 경영 흐름 파악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제공 차트 및 지표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월 매출, 월 지출, 순이익, 이익률 KPI 카드 제공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12개월 복합 트렌드 차트 (Area Chart)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매출 구성 파이 차트 (매장 결제 vs 배달앱 결제)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제품 데모: 30초 AI 자동 매입 분류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프로세스 단계별 스마트 머신러닝 시스템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1. 카드 명세서 Excel 드래그 앤 드롭 일괄 업로드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2. AI가 기존에 학습된 규칙을 기반으로 비용 카테고리를 자동 분배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3. 사용자가 미분류 항목을 교정 시, AI가 새로운 패턴을 즉각 학습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90% 관리 시간 절감율 달성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[기존] 500건 수기 분류 및 대사: 통상 3시간+ 소요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[SodamFN] 30초 내역 추출 자동 분류 + 10분 인간 검토 완성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제품 데모: 2026 세법 기준 급여 자동 산출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복잡한 회계/세무 지식 없이 클릭 한 번으로 전문가 수준 정밀 급여 산출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주요 기능 명세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달력 인터페이스를 통한 일자별 근무 내역 직관적 반영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주휴수당 자동 계산 로직 적용 (1주 15시간 이상 근무 시 100% 탐지)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4대보험(국민연금, 건보료, 요양보험, 고용보험) 법정 요율 자동 적용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간이세액표 기반 소득세 및 지방소득세 1원 단위 산출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근태 처리 마감 즉시 A4 규격 급여명세서 생성 및 카카오톡 자동 송신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제품 데모: 즉시 제출 가능한 시스템 손익계산서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12개월의 사업 이윤/손실을 한눈에 결산하는 엑셀형 UI 테이블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자동 집계 및 연동 시스템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4대 배달앱(배민/쿠팡/요기요/땡겨요) 정산 내역 및 포스 매출 총괄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급여 엔진에 연동된 인건비를 포함, 12개 주요 지출 카테고리 실시간 결산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날짜별 × 거래처별 세부 지출 상세 매트릭스 뷰 제공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제품 데모: GPS Geofence 출퇴근 &amp; 전자계약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100% Paperless 모바일/디지털 인사 인프라 전환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현장 맞춤형 특화 기능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스마트폰을 이용한 근태 체크 및 실시간 위치(Geofence) 서버 검증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매장 반경 100m 이내(반경 오차 허용) 사용자만 출퇴근 기록 인정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표준근로계약서 자동 변수 맵핑 생성 및 모바일 직필 서명 인터페이스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직원은 복잡한 설치 과정 없이 PWA 웹 앱 형태로 즉시 구동 가능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강력한 클라우드 기술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시스템 구성 요소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클라이언트 (FE): React 19 + TailwindCSS + Vite 빌드 시스템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서버 (BE): Python FastAPI + SQLModel 비동기 처리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데이터 스토어: Cloud PostgreSQL / SQLite 하이브리드 지원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차별화된 코어 기술력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다중 점포(프랜차이즈) 확장 지향형 아키텍처 (Hierarchical Node 구조)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한국형 카드 명세서 텍스트 파싱 및 스마트 클리너 엔진 자체 내장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Solapi API 기반 카카오 알림톡/문자 발송 시스템 최적화 연동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시장 규모 (TAM/SAM/SOM)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TAM (전체 소상공인): 약 연 4,200억 원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한국 외식업 70만 개 × 보수적 기준 월 구독료 5만 원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SAM (유효 시장): 약 연 2,100억 원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대형 프랜차이즈 본사 시스템 의존을 제외한 독립형 중소 외식업체 약 35만 개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SOM (수익 시장): 약 연 180억 원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론칭 초기 타겟: 수도권 내 김밥/분식/단일식당가 3만 개 매장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미래 비전 및 확장성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외식업 시장 안착 후, 도소매업, 뷰티, 서비스업 등 일반 자영업 전체 파이 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BM (비즈니스 모델)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외식업체 맞춤형 SaaS 프리미엄 구독 (SaaS Subscriptions)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Free (무료): 기본 매출/지출 장부 기록 기능 (1인 1매장 사용 제한)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Standard (월 29,000원): 플랫폼 전체 관리 기능 해제, 최대 5명 직원 등록 제한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Pro (월 49,000원): 다점포 통합 관리 대시보드 활성화, 무제한 직원 등록 지원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Enterprise (맞춤협의): 백오피스 통합 API 제공 (중형 프랜차이즈 본사용)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차후 부가 창출 수익원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오픈뱅킹 API 활용 징수 이체 수수료 건당 과금 결합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협력 세무사 플랫폼 텍스 데이터 연동 월 중개 수수료 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SodamFN vs 시장 경쟁 우위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비교 평가 항목 (경쟁사 대비 100% 올인원 커버리지)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매출/매입 AI 스마트 수동학습 자동배정: SodamFN ✅ (세무/POS 솔루션 ❌)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2026 세법 기반의 노무/급여 정밀 산출: SodamFN ✅ (기존 POS/수기 장부 ❌)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직원 모바일 GPS 위치 출퇴근 자동 검증: SodamFN ✅ (기성 세무서 대행 ❌)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종이 서류 없는 디지털 원스텝 전자계약서: SodamFN ✅ (세무/기존 POS ❌)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카카오톡 및 알림 플랫폼 실시간 전송 연동: SodamFN ✅ (전통적 수기 ❌)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별도 프로그램/장비/포스기 설치 요구도: 불필요 (100% 클라우드 + 휴대폰/PWA)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마일스톤 &amp; 성과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2026 Q1 (현재):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MVP 전체 스펙 개발 완료. 소담김밥 직영 매장 실제 필드 테스트 합격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2026 Q2: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오픈뱅킹 API 급여 대량 이체 실제 배포 적용 및 4대 주요 배달앱 완전 연동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2026 Q3: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B2B 베타 버전 출시 및 시범 운영. (수도권 내 20개 얼리버드 시범 매장 모집)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2026 Q4: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정식 그랜드 서비스 론칭, 앱 마켓 PWA 배포 개시 및 본격 마케팅 가동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2027 ~ :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전국 기준 1만 개 유료 구독 매장 어퀴지션 달성. 프랜차이즈 B2B 시장 공략 시작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핵심 창업 팀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파운더 / CTO: 임춘우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Full-stack 엔지니어링 능력과 데이터 아키텍쳐, AI 시스템 설계 전담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탁상공론이 아닌 10년 이상의 외식업 현장/점포 운영 실전 경험 보유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시장 접근 철학 및 슬로건 파워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"직접 김밥 매장을 운영하면서 매일밤 뼈저리게 느낀 행정의 고통을 코드로 해결했습니다."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"가장 필요한 현장의 니즈를 100% 충족시키는, 시장에 확실히 통하는 살아있는 시스템의 탄생"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1E293B"/>
                </a:solidFill>
                <a:latin typeface="Malgun Gothic"/>
              </a:defRPr>
            </a:pPr>
            <a:r>
              <a:t>투자 요청 규모 및 활용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11277295" cy="5029200"/>
          </a:xfrm>
        </p:spPr>
        <p:txBody>
          <a:bodyPr/>
          <a:lstStyle/>
          <a:p/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목표 시드 라운드(Seed-Round) 펀딩 규모: 3억원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재원 배분 및 사용 계획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개발팀 인력 확충(시니어 백엔드 및 프론트엔드 추가 구성): 40%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시범 매장 타겟 오프라인/온라인 공격적 B2B 마케팅 및 B2C 광고비: 30%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시스템 서버 부하 대비 오토 스케일 인프라 + 정보보안 투자: 15%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기타 예비 운영 기금 (법무/노무사 검수 및 세무 컨설팅 조달 비용): 15%</a:t>
            </a:r>
          </a:p>
          <a:p>
            <a:pPr>
              <a:spcBef>
                <a:spcPts val="1400"/>
              </a:spcBef>
              <a:defRPr sz="2800" b="1">
                <a:solidFill>
                  <a:srgbClr val="1E293B"/>
                </a:solidFill>
                <a:latin typeface="Malgun Gothic"/>
              </a:defRPr>
            </a:pPr>
            <a:r>
              <a:t>현실적 마일스톤 추이</a:t>
            </a:r>
          </a:p>
          <a:p>
            <a:pPr lvl="1">
              <a:defRPr sz="2400">
                <a:solidFill>
                  <a:srgbClr val="1E293B"/>
                </a:solidFill>
                <a:latin typeface="Malgun Gothic"/>
              </a:defRPr>
            </a:pPr>
            <a:r>
              <a:t>달성 이후 6개월 내, 유료 결제 전환된 핵심 고객사 100~200 매장 확보 검증 완료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